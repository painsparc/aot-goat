
<file path=[Content_Types].xml><?xml version="1.0" encoding="utf-8"?>
<Types xmlns="http://schemas.openxmlformats.org/package/2006/content-types">
  <Default ContentType="image/jpeg" Extension="jpeg"/>
  <Default ContentType="image/png" Extension="png"/>
  <Default ContentType="application/vnd.openxmlformats-package.relationships+xml" Extension="rels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</p:sldIdLst>
  <p:sldSz cx="18288000" cy="10287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2" Target="presProps.xml" Type="http://schemas.openxmlformats.org/officeDocument/2006/relationships/presProps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.pn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.pn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4.pn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5.pn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6.pn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7.pn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2023" t="0" r="-2023" b="0"/>
            </a:stretch>
          </a:blipFill>
        </p:spPr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5715"/>
            <a:ext cx="18298171" cy="10281285"/>
          </a:xfrm>
          <a:custGeom>
            <a:avLst/>
            <a:gdLst/>
            <a:ahLst/>
            <a:cxnLst/>
            <a:rect r="r" b="b" t="t" l="l"/>
            <a:pathLst>
              <a:path h="10281285" w="18298171">
                <a:moveTo>
                  <a:pt x="0" y="0"/>
                </a:moveTo>
                <a:lnTo>
                  <a:pt x="18298171" y="0"/>
                </a:lnTo>
                <a:lnTo>
                  <a:pt x="18298171" y="10281285"/>
                </a:lnTo>
                <a:lnTo>
                  <a:pt x="0" y="10281285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2023" t="0" r="-2023" b="0"/>
            </a:stretch>
          </a:blipFill>
        </p:spPr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7144"/>
            <a:ext cx="18300718" cy="10279856"/>
          </a:xfrm>
          <a:custGeom>
            <a:avLst/>
            <a:gdLst/>
            <a:ahLst/>
            <a:cxnLst/>
            <a:rect r="r" b="b" t="t" l="l"/>
            <a:pathLst>
              <a:path h="10279856" w="18300718">
                <a:moveTo>
                  <a:pt x="0" y="0"/>
                </a:moveTo>
                <a:lnTo>
                  <a:pt x="18300718" y="0"/>
                </a:lnTo>
                <a:lnTo>
                  <a:pt x="18300718" y="10279856"/>
                </a:lnTo>
                <a:lnTo>
                  <a:pt x="0" y="10279856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DAHW-S25_lc</dc:identifier>
  <dcterms:modified xsi:type="dcterms:W3CDTF">2011-08-01T06:04:30Z</dcterms:modified>
  <cp:revision>1</cp:revision>
</cp:coreProperties>
</file>